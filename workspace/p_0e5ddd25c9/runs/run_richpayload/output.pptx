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KPI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914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A1A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A1A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1A1A1A"/>
                          </a:solidFill>
                        </a:defRPr>
                      </a:pPr>
                      <a:r>
                        <a:t>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1A1A1A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1A1A1A"/>
                          </a:solidFill>
                        </a:defRPr>
                      </a:pPr>
                      <a:r>
                        <a:t>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1A1A1A"/>
                          </a:solidFill>
                        </a:defRPr>
                      </a:pPr>
                      <a:r>
                        <a:t>8 months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63040"/>
          <a:ext cx="9601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