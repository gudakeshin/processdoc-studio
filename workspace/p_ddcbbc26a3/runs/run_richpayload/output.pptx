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11.0</c:v>
                </c:pt>
                <c:pt idx="2">
                  <c:v>13.0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KPI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9144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</a:rPr>
                        <a:t>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</a:rPr>
                        <a:t>20%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</a:rPr>
                        <a:t>Payback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</a:rPr>
                        <a:t>8 months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56032" y="822960"/>
          <a:ext cx="863193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