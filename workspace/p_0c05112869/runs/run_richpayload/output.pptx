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</c:v>
                </c:pt>
                <c:pt idx="1">
                  <c:v>11.0</c:v>
                </c:pt>
                <c:pt idx="2">
                  <c:v>13.0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months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9601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