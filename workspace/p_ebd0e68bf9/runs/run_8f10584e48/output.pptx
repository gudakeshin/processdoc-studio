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54864" cy="5074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1 /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75787B"/>
                </a:solidFill>
                <a:latin typeface="Calibri"/>
              </a:rPr>
              <a:t>Deloitte.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960120"/>
            <a:ext cx="863193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A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3D3D3D"/>
                </a:solidFill>
                <a:latin typeface="Calibri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