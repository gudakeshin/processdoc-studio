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1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2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3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4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5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6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7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8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9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10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11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12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13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14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15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16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17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18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19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86B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54864" cy="50749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64592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Slide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4846320"/>
            <a:ext cx="914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20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" y="4846320"/>
            <a:ext cx="13716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75787B"/>
                </a:solidFill>
                <a:latin typeface="Calibri"/>
              </a:rPr>
              <a:t>Deloitte.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868680"/>
            <a:ext cx="86319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1A"/>
                </a:solidFill>
                <a:latin typeface="Calibri"/>
              </a:rPr>
              <a:t>Point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