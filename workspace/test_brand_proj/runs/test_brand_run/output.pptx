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54864" cy="5074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7772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Slide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AAAAAA"/>
                </a:solidFill>
                <a:latin typeface="Calibri"/>
              </a:rPr>
              <a:t>1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484632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75787B"/>
                </a:solidFill>
                <a:latin typeface="Calibri"/>
              </a:rPr>
              <a:t>Deloitte.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960120"/>
            <a:ext cx="863193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>
                <a:solidFill>
                  <a:srgbClr val="3D3D3D"/>
                </a:solidFill>
                <a:latin typeface="Calibri"/>
              </a:rPr>
              <a:t>Point 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54864" cy="5074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7772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Slide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AAAAAA"/>
                </a:solidFill>
                <a:latin typeface="Calibri"/>
              </a:rPr>
              <a:t>2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484632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75787B"/>
                </a:solidFill>
                <a:latin typeface="Calibri"/>
              </a:rPr>
              <a:t>Deloitte.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960120"/>
            <a:ext cx="863193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>
                <a:solidFill>
                  <a:srgbClr val="3D3D3D"/>
                </a:solidFill>
                <a:latin typeface="Calibri"/>
              </a:rPr>
              <a:t>Point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54864" cy="5074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7772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Slide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AAAAAA"/>
                </a:solidFill>
                <a:latin typeface="Calibri"/>
              </a:rPr>
              <a:t>3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484632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75787B"/>
                </a:solidFill>
                <a:latin typeface="Calibri"/>
              </a:rPr>
              <a:t>Deloitte.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960120"/>
            <a:ext cx="863193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>
                <a:solidFill>
                  <a:srgbClr val="3D3D3D"/>
                </a:solidFill>
                <a:latin typeface="Calibri"/>
              </a:rPr>
              <a:t>Point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54864" cy="5074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7772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Slide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AAAAAA"/>
                </a:solidFill>
                <a:latin typeface="Calibri"/>
              </a:rPr>
              <a:t>4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484632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75787B"/>
                </a:solidFill>
                <a:latin typeface="Calibri"/>
              </a:rPr>
              <a:t>Deloitte.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960120"/>
            <a:ext cx="863193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>
                <a:solidFill>
                  <a:srgbClr val="3D3D3D"/>
                </a:solidFill>
                <a:latin typeface="Calibri"/>
              </a:rPr>
              <a:t>Point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54864" cy="5074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7772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Slide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AAAAAA"/>
                </a:solidFill>
                <a:latin typeface="Calibri"/>
              </a:rPr>
              <a:t>5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484632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75787B"/>
                </a:solidFill>
                <a:latin typeface="Calibri"/>
              </a:rPr>
              <a:t>Deloitte.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960120"/>
            <a:ext cx="863193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>
                <a:solidFill>
                  <a:srgbClr val="3D3D3D"/>
                </a:solidFill>
                <a:latin typeface="Calibri"/>
              </a:rPr>
              <a:t>Point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54864" cy="5074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7772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Slide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AAAAAA"/>
                </a:solidFill>
                <a:latin typeface="Calibri"/>
              </a:rPr>
              <a:t>6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484632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75787B"/>
                </a:solidFill>
                <a:latin typeface="Calibri"/>
              </a:rPr>
              <a:t>Deloitte.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960120"/>
            <a:ext cx="863193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>
                <a:solidFill>
                  <a:srgbClr val="3D3D3D"/>
                </a:solidFill>
                <a:latin typeface="Calibri"/>
              </a:rPr>
              <a:t>Point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54864" cy="5074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7772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Slide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AAAAAA"/>
                </a:solidFill>
                <a:latin typeface="Calibri"/>
              </a:rPr>
              <a:t>7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484632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75787B"/>
                </a:solidFill>
                <a:latin typeface="Calibri"/>
              </a:rPr>
              <a:t>Deloitte.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960120"/>
            <a:ext cx="863193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>
                <a:solidFill>
                  <a:srgbClr val="3D3D3D"/>
                </a:solidFill>
                <a:latin typeface="Calibri"/>
              </a:rPr>
              <a:t>Point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54864" cy="5074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7772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Slide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AAAAAA"/>
                </a:solidFill>
                <a:latin typeface="Calibri"/>
              </a:rPr>
              <a:t>8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484632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75787B"/>
                </a:solidFill>
                <a:latin typeface="Calibri"/>
              </a:rPr>
              <a:t>Deloitte.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960120"/>
            <a:ext cx="863193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>
                <a:solidFill>
                  <a:srgbClr val="3D3D3D"/>
                </a:solidFill>
                <a:latin typeface="Calibri"/>
              </a:rPr>
              <a:t>Point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54864" cy="5074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7772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Slide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AAAAAA"/>
                </a:solidFill>
                <a:latin typeface="Calibri"/>
              </a:rPr>
              <a:t>9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484632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75787B"/>
                </a:solidFill>
                <a:latin typeface="Calibri"/>
              </a:rPr>
              <a:t>Deloitte.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960120"/>
            <a:ext cx="863193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>
                <a:solidFill>
                  <a:srgbClr val="3D3D3D"/>
                </a:solidFill>
                <a:latin typeface="Calibri"/>
              </a:rPr>
              <a:t>Point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54864" cy="5074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7772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Slide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AAAAAA"/>
                </a:solidFill>
                <a:latin typeface="Calibri"/>
              </a:rPr>
              <a:t>10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484632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75787B"/>
                </a:solidFill>
                <a:latin typeface="Calibri"/>
              </a:rPr>
              <a:t>Deloitte.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960120"/>
            <a:ext cx="863193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>
                <a:solidFill>
                  <a:srgbClr val="3D3D3D"/>
                </a:solidFill>
                <a:latin typeface="Calibri"/>
              </a:rPr>
              <a:t>Point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54864" cy="5074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7772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Slide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AAAAAA"/>
                </a:solidFill>
                <a:latin typeface="Calibri"/>
              </a:rPr>
              <a:t>11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484632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75787B"/>
                </a:solidFill>
                <a:latin typeface="Calibri"/>
              </a:rPr>
              <a:t>Deloitte.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960120"/>
            <a:ext cx="863193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>
                <a:solidFill>
                  <a:srgbClr val="3D3D3D"/>
                </a:solidFill>
                <a:latin typeface="Calibri"/>
              </a:rPr>
              <a:t>Point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54864" cy="5074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7772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Slide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AAAAAA"/>
                </a:solidFill>
                <a:latin typeface="Calibri"/>
              </a:rPr>
              <a:t>12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484632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75787B"/>
                </a:solidFill>
                <a:latin typeface="Calibri"/>
              </a:rPr>
              <a:t>Deloitte.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960120"/>
            <a:ext cx="863193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>
                <a:solidFill>
                  <a:srgbClr val="3D3D3D"/>
                </a:solidFill>
                <a:latin typeface="Calibri"/>
              </a:rPr>
              <a:t>Point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54864" cy="5074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7772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Slide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AAAAAA"/>
                </a:solidFill>
                <a:latin typeface="Calibri"/>
              </a:rPr>
              <a:t>13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484632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75787B"/>
                </a:solidFill>
                <a:latin typeface="Calibri"/>
              </a:rPr>
              <a:t>Deloitte.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960120"/>
            <a:ext cx="863193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>
                <a:solidFill>
                  <a:srgbClr val="3D3D3D"/>
                </a:solidFill>
                <a:latin typeface="Calibri"/>
              </a:rPr>
              <a:t>Point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54864" cy="5074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7772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Slide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AAAAAA"/>
                </a:solidFill>
                <a:latin typeface="Calibri"/>
              </a:rPr>
              <a:t>14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484632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75787B"/>
                </a:solidFill>
                <a:latin typeface="Calibri"/>
              </a:rPr>
              <a:t>Deloitte.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960120"/>
            <a:ext cx="863193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>
                <a:solidFill>
                  <a:srgbClr val="3D3D3D"/>
                </a:solidFill>
                <a:latin typeface="Calibri"/>
              </a:rPr>
              <a:t>Point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54864" cy="5074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7772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Slide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AAAAAA"/>
                </a:solidFill>
                <a:latin typeface="Calibri"/>
              </a:rPr>
              <a:t>15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484632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75787B"/>
                </a:solidFill>
                <a:latin typeface="Calibri"/>
              </a:rPr>
              <a:t>Deloitte.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960120"/>
            <a:ext cx="863193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>
                <a:solidFill>
                  <a:srgbClr val="3D3D3D"/>
                </a:solidFill>
                <a:latin typeface="Calibri"/>
              </a:rPr>
              <a:t>Point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54864" cy="5074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7772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Slide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AAAAAA"/>
                </a:solidFill>
                <a:latin typeface="Calibri"/>
              </a:rPr>
              <a:t>16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484632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75787B"/>
                </a:solidFill>
                <a:latin typeface="Calibri"/>
              </a:rPr>
              <a:t>Deloitte.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960120"/>
            <a:ext cx="863193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>
                <a:solidFill>
                  <a:srgbClr val="3D3D3D"/>
                </a:solidFill>
                <a:latin typeface="Calibri"/>
              </a:rPr>
              <a:t>Point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54864" cy="5074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7772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Slide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AAAAAA"/>
                </a:solidFill>
                <a:latin typeface="Calibri"/>
              </a:rPr>
              <a:t>17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484632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75787B"/>
                </a:solidFill>
                <a:latin typeface="Calibri"/>
              </a:rPr>
              <a:t>Deloitte.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960120"/>
            <a:ext cx="863193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>
                <a:solidFill>
                  <a:srgbClr val="3D3D3D"/>
                </a:solidFill>
                <a:latin typeface="Calibri"/>
              </a:rPr>
              <a:t>Point 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54864" cy="5074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7772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Slide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AAAAAA"/>
                </a:solidFill>
                <a:latin typeface="Calibri"/>
              </a:rPr>
              <a:t>18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484632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75787B"/>
                </a:solidFill>
                <a:latin typeface="Calibri"/>
              </a:rPr>
              <a:t>Deloitte.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960120"/>
            <a:ext cx="863193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>
                <a:solidFill>
                  <a:srgbClr val="3D3D3D"/>
                </a:solidFill>
                <a:latin typeface="Calibri"/>
              </a:rPr>
              <a:t>Point 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54864" cy="5074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7772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Slide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AAAAAA"/>
                </a:solidFill>
                <a:latin typeface="Calibri"/>
              </a:rPr>
              <a:t>19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484632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75787B"/>
                </a:solidFill>
                <a:latin typeface="Calibri"/>
              </a:rPr>
              <a:t>Deloitte.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960120"/>
            <a:ext cx="863193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>
                <a:solidFill>
                  <a:srgbClr val="3D3D3D"/>
                </a:solidFill>
                <a:latin typeface="Calibri"/>
              </a:rPr>
              <a:t>Point 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54864" cy="5074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7772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Slide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AAAAAA"/>
                </a:solidFill>
                <a:latin typeface="Calibri"/>
              </a:rPr>
              <a:t>20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484632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75787B"/>
                </a:solidFill>
                <a:latin typeface="Calibri"/>
              </a:rPr>
              <a:t>Deloitte.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960120"/>
            <a:ext cx="863193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>
                <a:solidFill>
                  <a:srgbClr val="3D3D3D"/>
                </a:solidFill>
                <a:latin typeface="Calibri"/>
              </a:rPr>
              <a:t>Point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