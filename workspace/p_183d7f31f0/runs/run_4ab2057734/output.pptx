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 /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68680"/>
            <a:ext cx="86319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  <a:latin typeface="Calibri"/>
              </a:rPr>
              <a:t>A</a:t>
            </a:r>
          </a:p>
          <a:p>
            <a:pPr algn="l"/>
            <a:r>
              <a:rPr sz="1600">
                <a:solidFill>
                  <a:srgbClr val="1A1A1A"/>
                </a:solidFill>
                <a:latin typeface="Calibri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