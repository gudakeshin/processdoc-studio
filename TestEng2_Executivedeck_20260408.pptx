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A1A1A"/>
                </a:solidFill>
              </a:rPr>
              <a:t>Procure-to-Pay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A1A1A"/>
                </a:solidFill>
              </a:rPr>
              <a:t>P2P Process Scale &amp;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A1A1A"/>
                </a:solidFill>
              </a:rPr>
              <a:t>Three Pillars of Transformation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A1A1A"/>
                </a:solidFill>
              </a:rPr>
              <a:t>P2P Workflow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A1A1A"/>
                </a:solidFill>
              </a:rPr>
              <a:t>Process Overview: Role Mandates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A1A"/>
                </a:solidFill>
              </a:defRPr>
            </a:pPr>
            <a:r>
              <a:t>Department Heads / Storesmen: Raise PRs in ME51N with material, quantity, required date, plant, and storage location.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Finance Controller: Countersign PRs &gt;INR 50K via email; approve invoices; oversee payment runs.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Procurement Team: Create POs in ME21N; manage vendor master (decentralized); execute sourcing.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Stores Staff: Perform physical inspection; post GRN in MIGO; verify delivery challan (2–3 day lag).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Treasury Team: Execute F110 payment proposals; initiate bank transfers via HDFC portal (manual); email payment advices.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A1A1A"/>
                </a:solidFill>
              </a:rPr>
              <a:t>Workflow Walkthrough: Step-by-Step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A1A1A"/>
                </a:solidFill>
              </a:rPr>
              <a:t>Key Metrics &amp; Control Gaps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A1A1A"/>
                </a:solidFill>
              </a:rPr>
              <a:t>Critical Gaps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A1A"/>
                </a:solidFill>
              </a:defRPr>
            </a:pPr>
            <a:r>
              <a:t>Vendor Master Governance: ~300 duplicate codes; decentralized plant-level creation; no central stewardship.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GRN Timing Misalignment: 2–3 day lag between physical receipt and SAP posting; inventory/AP visibility gap.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QM Integration Inactive: QM inspection lot closure not linked to GRN; substandard materials can be received without QC pass.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Invoice Automation Gap: Manual keying (no OCR); error-prone; delays three-way match and payment cycle.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Bank Integration Missing: DMEE format not configured; payment files manually uploaded; no straight-through processing.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Advance Payment Risk: Excel register outside SAP; F-48 Down Payment not standardized; double-payment exposure.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1A1A1A"/>
                </a:solidFill>
              </a:rPr>
              <a:t>Recommended 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A1A1A"/>
                </a:solidFill>
              </a:defRPr>
            </a:pPr>
            <a:r>
              <a:t>1. Centralize vendor master governance; consolidate ~300 duplicates; activate SAP vendor blocking logic.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2. Implement OCR invoice capture and activate DMEE bank integration for straight-through payment processing.</a:t>
            </a:r>
          </a:p>
          <a:p>
            <a:pPr>
              <a:defRPr sz="1600">
                <a:solidFill>
                  <a:srgbClr val="1A1A1A"/>
                </a:solidFill>
              </a:defRPr>
            </a:pPr>
            <a:r>
              <a:t>3. Align GRN posting to physical receipt; activate QM blocking; standardize F-48 Down Payment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